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7800"/>
                </a:solidFill>
              </a:rPr>
              <a:t>🦊 Dot x DABStep — Controlled Evaluation &amp; Context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Harshit Prakash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Forward-Deployed Engineering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7800"/>
                </a:solidFill>
              </a:rPr>
              <a:t>Objective &amp;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Improve Dot accuracy on DABStep without gold leakage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Hidden submission answers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Agentic instability + timeouts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Complex fee &amp; fraud business semantics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Treat context as versioned infrastructure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7800"/>
                </a:solidFill>
              </a:rPr>
              <a:t>Deterministic Evaluation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Automated HF ingestion + Dot integration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Dev-split scoring pipeline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Submission-compatible JSONL generator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Structured failure classification (SQL / format / logic)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Separated infra bugs from model limitations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7800"/>
                </a:solidFill>
              </a:rPr>
              <a:t>Dataset Split &amp; Scoring Safeguards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HF default split → empty gold (submission mode)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HF dev split → ground truth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Loader field validation + empty-gold protection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Prevented false scoring confidence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7800"/>
                </a:solidFill>
              </a:rPr>
              <a:t>Structured Optimization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Run dev split → classify failures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Modify org notes / table descriptions via API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Re-run and measure delta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No gold injection — system-level improvements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7800"/>
                </a:solidFill>
              </a:rPr>
              <a:t>Observed Failure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Fraud metric confusion (count vs volume)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Intracountry wildcard misinterpretation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Fee specificity tie-breaking ambiguity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Monthly tier omission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SQL join inconsistencies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Timeout-heavy deep queries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7800"/>
                </a:solidFill>
              </a:rPr>
              <a:t>Business Logic Fix — Fraud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Dot computed fraud by count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Manual required fraud rate = fraud volume / total volume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Updated org notes + schema clarification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Improved fraud-related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7800"/>
                </a:solidFill>
              </a:rPr>
              <a:t>Wildcard &amp; Intracountry Semantics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Manual defines: [] = wildcard, 0/1 = boolean filter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Dot initially treated as binary only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Context schema clarification + analysis-mode validation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Improved fee-related reasoning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7800"/>
                </a:solidFill>
              </a:rPr>
              <a:t>Derived Data Source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Identified runtime-heavy derivations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Precomputed monthly merchant metrics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Re-uploaded corrected data sources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Shifted logic from runtime → storage layer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7800"/>
                </a:solidFill>
              </a:rPr>
              <a:t>Performance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Increased timeout to 90 minutes for deep queries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Built async runner with worker polling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Tuned concurrency (5 → 2 workers)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Identified heavy reasoning patterns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7800"/>
                </a:solidFill>
              </a:rPr>
              <a:t>Quantitative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Dev: 1/10 → 4/10 → 8/10 (consistent)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Submission: Easy 2.78% | Hard 4.5% → 4.23%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Performance sensitive to context commits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7800"/>
                </a:solidFill>
              </a:rPr>
              <a:t>Context Management 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Context Agent uses Git-style version control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Merge conflicts encountered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Rollback limitations observed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Version diff visibility would improve safety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7800"/>
                </a:solidFill>
              </a:rPr>
              <a:t>AI Leverage vs Manual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AI: Failure aggregation + capability mapping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AI: Context suggestion loops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Manual: Fraud volume correction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Manual: Wildcard enforcement + fee specificity reasoning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Manual: Timeout root-cause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7800"/>
                </a:solidFill>
              </a:rPr>
              <a:t>System Improvements I Would Pursue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Deterministic fee specificity ranking engine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Materialized fee applicability view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Structured fraud metric helper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Context version diff viewer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Tool depth limiter for agentic mode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Heavy-join caching layer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7800"/>
                </a:solidFill>
              </a:rPr>
              <a:t>Questions for Dot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Should fee specificity be schema-enforced?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Can context commits be versioned + diffed visibly?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Expose intermediate SQL plans in agentic mode?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Recommended pattern for derived data sources?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Deterministic override for fee ranking?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