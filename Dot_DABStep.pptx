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🦊 Dot x DABStep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Controlled Evaluation &amp; Context Optimization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Harshit Prakash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Objective &amp; Operating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Improve Dot accuracy without gold leakage (dev-only tuning)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Default HF split hides answers — dev split required for scoring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Agentic mode executable but timeout-prone under heavy joins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Complex fee logic + fraud semantics dominate failures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Treat context as versioned infrastructure, not prompt tweaks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Build the Foundation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Automated HF ingestion + Dot integration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Deterministic scoring runner (dev + submission)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JSONL artifacts: raw, parsed, SQL presence, latency, error type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Explicit failure classification pipeline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Separated infra bugs from capability limitations early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Prevent Silent Evaluation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Detected empty-gold scoring issue on submission split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Added loader validation + field mapping safeguards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Ensured scoring correctness before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Controlled Optimization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Run dev split → extract structured failure taxonomy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Modify org notes, schema descriptions, relationships via API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Re-run and measure delta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No gold injection; only structural improvements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Failure Taxonomy (Observed Patterns)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Fraud metric confusion (count vs volume rate)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Wildcard semantics ([] vs 0/1 filtering)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Fee specificity ranking ambiguity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Monthly tier derivation omissions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Deep-join timeout instability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Semantic Correction — Fraud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Dot used fraud count; manual required volume-based rate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Clarified metric definition in org notes + schema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Observed measurable improvement on fraud 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Semantic Correction — Wildcards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Manual: [] = wildcard; 0/1 = boolean inclusion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Dot initially collapsed semantics to binary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Updated schema semantics + validated via analysis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Data Layer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Identified heavy runtime derivations slowing agentic mode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Precomputed monthly merchant metrics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Shifted repeated joins from runtime → stored sources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Improved consistency + reduced reasoning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Performance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Extended timeout window for deep queries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Built async submission runner with polling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Tuned concurrency to reduce instability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Mapped long-running reasoning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Measured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Dev: 1/10 → 4/10 → 8/10 (stable)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Submission: Easy 2.78% | Hard 4.5% peak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Score sensitive to context commits + schema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Context Management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Context Agent uses Git-style commit system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Merge conflicts + rollback limitations encountered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Regression after schema changes impacted score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Opportunity: stronger diff + version visibility tooling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AI Leverage vs Manual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AI: aggregated failure patterns + capability mapping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AI: accelerated structured context iteration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Manual: fraud metric correction + wildcard enforcement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Manual: fee specificity reasoning + timeout diagnosis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Next-Level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Deterministic fee specificity ranking engine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Materialized fee applicability views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Explicit fraud metric helper table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Context version diff viewer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Tool-depth guardrails for agentic mode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7D00"/>
                </a:solidFill>
              </a:rPr>
              <a:t>Questions for the Dot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Should specificity ranking be schema-enforced?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Can context commits be diffed and safely reverted?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Expose intermediate SQL plans in agentic mode?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Recommended pattern for derived data optimization?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