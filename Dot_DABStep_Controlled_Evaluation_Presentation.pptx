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7300"/>
                </a:solidFill>
              </a:rPr>
              <a:t>🦊 Dot x DABStep — Controlled Evaluation &amp; Context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B4B4B4"/>
                </a:solidFill>
              </a:rPr>
              <a:t>Harshit Prakash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7300"/>
                </a:solidFill>
              </a:rPr>
              <a:t>Problem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Goal: Improve Dot performance on DABStep benchmark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Constraints: Hidden gold (submission split), tool instability, semantic-heavy business logic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Approach: Build controlled evaluation + context optimization loop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7300"/>
                </a:solidFill>
              </a:rPr>
              <a:t>Reproducible Evaluation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Deterministic runner for dev10 + target30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JSONL artifacts: raw response, parsed answer, SQL presence, error type, latency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HF-compatible submission format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Result: Separate infra bugs from capability gaps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7300"/>
                </a:solidFill>
              </a:rPr>
              <a:t>Dataset Split Pitfall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HF default split → empty gold (submission-style)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HF dev split → ground truth (usable for scoring)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Updated loader + tests to prevent silent empty-gold scoring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7300"/>
                </a:solidFill>
              </a:rPr>
              <a:t>Controlled Optimization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Run dev split → Analyze structured failures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Modify org notes, table descriptions, relationships via API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Re-run and measure delta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No gold leakage — system-level improvements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7300"/>
                </a:solidFill>
              </a:rPr>
              <a:t>Failure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Fraud metric confusion (count vs volume)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Intracountry wildcard semantics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Monthly tier omissions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Specificity ambiguity in fee matching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Performance / timeout instability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7300"/>
                </a:solidFill>
              </a:rPr>
              <a:t>Semantic Fix Example — Fraud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Dot computed fraud by count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Manual required fraud rate = fraud volume / total volume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Updated org notes + table descriptions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Observed improved fraud-related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7300"/>
                </a:solidFill>
              </a:rPr>
              <a:t>Wildcard Semantics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Manual: [] = wildcard; 0/1 = boolean filter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Dot assumed binary semantics only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Clarified schema semantics via context updates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Improved intracountry-related reasoning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7300"/>
                </a:solidFill>
              </a:rPr>
              <a:t>Derived Data Source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Identified heavy runtime derivations slowing agentic mode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Precomputed monthly merchant metrics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Shifted computation from runtime to storage layer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Reduced reasoning overhead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7300"/>
                </a:solidFill>
              </a:rPr>
              <a:t>Performance &amp; Async Runner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Increased timeout to 90 mins for deep queries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Built async runner with worker polling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Reduced concurrency to stabilize load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Identified timeout-heavy query patterns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7300"/>
                </a:solidFill>
              </a:rPr>
              <a:t>Results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Dev Split: 1/10 → 4/10 → 8/10 (consistent)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Submission: Easy 2.78% | Hard 4.5%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Bottleneck: Agentic instability + complex fee ID matching + timeouts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7300"/>
                </a:solidFill>
              </a:rPr>
              <a:t>Improvements I Would Pursue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Deterministic fee rule ranking engine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Pre-joined fee applicability view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Structured fraud metric helper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Tool depth limiter for agentic mode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Caching heavy joins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7300"/>
                </a:solidFill>
              </a:rPr>
              <a:t>Questions for Dot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Should fee specificity resolution be deterministic at schema level?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Can org notes be versioned + diffed?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Can agentic mode expose intermediate SQL plans?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Preferred pattern for derived data sources?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